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0116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/ ARCS グループ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822960" y="251460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事業組織図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868680" y="374904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＝ 仕事をつくる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ARCS ＝ 人を育てる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正式版　2026-06-28　作成：AI秘書 五郎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事業組織図（正式版）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961120" y="3840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2026-06-28 確定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194560" y="4469130"/>
            <a:ext cx="205740" cy="0"/>
          </a:xfrm>
          <a:prstGeom prst="line">
            <a:avLst/>
          </a:prstGeom>
          <a:noFill/>
          <a:ln w="15875">
            <a:solidFill>
              <a:srgbClr val="BFBF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00300" y="3291840"/>
            <a:ext cx="0" cy="2354580"/>
          </a:xfrm>
          <a:prstGeom prst="line">
            <a:avLst/>
          </a:prstGeom>
          <a:noFill/>
          <a:ln w="15875">
            <a:solidFill>
              <a:srgbClr val="BFBFB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00300" y="3291840"/>
            <a:ext cx="205740" cy="0"/>
          </a:xfrm>
          <a:prstGeom prst="line">
            <a:avLst/>
          </a:prstGeom>
          <a:noFill/>
          <a:ln w="15875">
            <a:solidFill>
              <a:srgbClr val="BFBF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00300" y="5646420"/>
            <a:ext cx="205740" cy="0"/>
          </a:xfrm>
          <a:prstGeom prst="line">
            <a:avLst/>
          </a:prstGeom>
          <a:noFill/>
          <a:ln w="15875">
            <a:solidFill>
              <a:srgbClr val="BFBFB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43400" y="3291840"/>
            <a:ext cx="205740" cy="0"/>
          </a:xfrm>
          <a:prstGeom prst="line">
            <a:avLst/>
          </a:prstGeom>
          <a:noFill/>
          <a:ln w="15875">
            <a:solidFill>
              <a:srgbClr val="BFBFB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49140" y="2011680"/>
            <a:ext cx="0" cy="2560320"/>
          </a:xfrm>
          <a:prstGeom prst="line">
            <a:avLst/>
          </a:prstGeom>
          <a:noFill/>
          <a:ln w="15875">
            <a:solidFill>
              <a:srgbClr val="BFBFB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49140" y="2011680"/>
            <a:ext cx="205740" cy="0"/>
          </a:xfrm>
          <a:prstGeom prst="line">
            <a:avLst/>
          </a:prstGeom>
          <a:noFill/>
          <a:ln w="15875">
            <a:solidFill>
              <a:srgbClr val="BFBFB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49140" y="3611880"/>
            <a:ext cx="205740" cy="0"/>
          </a:xfrm>
          <a:prstGeom prst="line">
            <a:avLst/>
          </a:prstGeom>
          <a:noFill/>
          <a:ln w="15875">
            <a:solidFill>
              <a:srgbClr val="BFBFB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49140" y="4572000"/>
            <a:ext cx="205740" cy="0"/>
          </a:xfrm>
          <a:prstGeom prst="line">
            <a:avLst/>
          </a:prstGeom>
          <a:noFill/>
          <a:ln w="15875">
            <a:solidFill>
              <a:srgbClr val="BFBFB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43400" y="5646420"/>
            <a:ext cx="205740" cy="0"/>
          </a:xfrm>
          <a:prstGeom prst="line">
            <a:avLst/>
          </a:prstGeom>
          <a:noFill/>
          <a:ln w="15875">
            <a:solidFill>
              <a:srgbClr val="BFBFB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49140" y="5029200"/>
            <a:ext cx="0" cy="1234440"/>
          </a:xfrm>
          <a:prstGeom prst="line">
            <a:avLst/>
          </a:prstGeom>
          <a:noFill/>
          <a:ln w="15875">
            <a:solidFill>
              <a:srgbClr val="BFBFB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49140" y="5029200"/>
            <a:ext cx="205740" cy="0"/>
          </a:xfrm>
          <a:prstGeom prst="line">
            <a:avLst/>
          </a:prstGeom>
          <a:noFill/>
          <a:ln w="15875">
            <a:solidFill>
              <a:srgbClr val="BFBFB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49140" y="5440680"/>
            <a:ext cx="205740" cy="0"/>
          </a:xfrm>
          <a:prstGeom prst="line">
            <a:avLst/>
          </a:prstGeom>
          <a:noFill/>
          <a:ln w="15875">
            <a:solidFill>
              <a:srgbClr val="BFBFB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49140" y="5852160"/>
            <a:ext cx="205740" cy="0"/>
          </a:xfrm>
          <a:prstGeom prst="line">
            <a:avLst/>
          </a:prstGeom>
          <a:noFill/>
          <a:ln w="15875">
            <a:solidFill>
              <a:srgbClr val="BFBFB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49140" y="6263640"/>
            <a:ext cx="205740" cy="0"/>
          </a:xfrm>
          <a:prstGeom prst="line">
            <a:avLst/>
          </a:prstGeom>
          <a:noFill/>
          <a:ln w="15875">
            <a:solidFill>
              <a:srgbClr val="BFBFB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223760" y="2011680"/>
            <a:ext cx="228600" cy="0"/>
          </a:xfrm>
          <a:prstGeom prst="line">
            <a:avLst/>
          </a:prstGeom>
          <a:noFill/>
          <a:ln w="15875">
            <a:solidFill>
              <a:srgbClr val="BFBFB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52360" y="1325880"/>
            <a:ext cx="0" cy="1371600"/>
          </a:xfrm>
          <a:prstGeom prst="line">
            <a:avLst/>
          </a:prstGeom>
          <a:noFill/>
          <a:ln w="15875">
            <a:solidFill>
              <a:srgbClr val="BFBFB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52360" y="1325880"/>
            <a:ext cx="228600" cy="0"/>
          </a:xfrm>
          <a:prstGeom prst="line">
            <a:avLst/>
          </a:prstGeom>
          <a:noFill/>
          <a:ln w="15875">
            <a:solidFill>
              <a:srgbClr val="BFBFB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52360" y="1783080"/>
            <a:ext cx="228600" cy="0"/>
          </a:xfrm>
          <a:prstGeom prst="line">
            <a:avLst/>
          </a:prstGeom>
          <a:noFill/>
          <a:ln w="15875">
            <a:solidFill>
              <a:srgbClr val="BFBFB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52360" y="2240280"/>
            <a:ext cx="228600" cy="0"/>
          </a:xfrm>
          <a:prstGeom prst="line">
            <a:avLst/>
          </a:prstGeom>
          <a:noFill/>
          <a:ln w="15875">
            <a:solidFill>
              <a:srgbClr val="BFBFB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52360" y="2697480"/>
            <a:ext cx="228600" cy="0"/>
          </a:xfrm>
          <a:prstGeom prst="line">
            <a:avLst/>
          </a:prstGeom>
          <a:noFill/>
          <a:ln w="15875">
            <a:solidFill>
              <a:srgbClr val="BFBFB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0" y="3611880"/>
            <a:ext cx="228600" cy="0"/>
          </a:xfrm>
          <a:prstGeom prst="line">
            <a:avLst/>
          </a:prstGeom>
          <a:noFill/>
          <a:ln w="15875">
            <a:solidFill>
              <a:srgbClr val="BFBFB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52360" y="3154680"/>
            <a:ext cx="0" cy="914400"/>
          </a:xfrm>
          <a:prstGeom prst="line">
            <a:avLst/>
          </a:prstGeom>
          <a:noFill/>
          <a:ln w="15875">
            <a:solidFill>
              <a:srgbClr val="BFBFB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452360" y="3154680"/>
            <a:ext cx="228600" cy="0"/>
          </a:xfrm>
          <a:prstGeom prst="line">
            <a:avLst/>
          </a:prstGeom>
          <a:noFill/>
          <a:ln w="15875">
            <a:solidFill>
              <a:srgbClr val="BFBFB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52360" y="3611880"/>
            <a:ext cx="228600" cy="0"/>
          </a:xfrm>
          <a:prstGeom prst="line">
            <a:avLst/>
          </a:prstGeom>
          <a:noFill/>
          <a:ln w="15875">
            <a:solidFill>
              <a:srgbClr val="BFBFB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52360" y="4069080"/>
            <a:ext cx="228600" cy="0"/>
          </a:xfrm>
          <a:prstGeom prst="line">
            <a:avLst/>
          </a:prstGeom>
          <a:noFill/>
          <a:ln w="15875">
            <a:solidFill>
              <a:srgbClr val="BFBFB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4185666"/>
            <a:ext cx="1737360" cy="566928"/>
          </a:xfrm>
          <a:prstGeom prst="roundRect">
            <a:avLst>
              <a:gd name="adj" fmla="val 9677"/>
            </a:avLst>
          </a:prstGeom>
          <a:solidFill>
            <a:srgbClr val="E9E4DB"/>
          </a:solidFill>
          <a:ln w="19050">
            <a:solidFill>
              <a:srgbClr val="A8A195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57200" y="4185666"/>
            <a:ext cx="173736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山本 史朗</a:t>
            </a:r>
            <a:endParaRPr lang="en-US" sz="15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/ ARCS 代表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2606040" y="3063240"/>
            <a:ext cx="1737360" cy="457200"/>
          </a:xfrm>
          <a:prstGeom prst="roundRect">
            <a:avLst>
              <a:gd name="adj" fmla="val 12000"/>
            </a:avLst>
          </a:prstGeom>
          <a:solidFill>
            <a:srgbClr val="F4F2EE"/>
          </a:solidFill>
          <a:ln w="15875">
            <a:solidFill>
              <a:srgbClr val="A8A195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2606040" y="3063240"/>
            <a:ext cx="17373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SEED</a:t>
            </a:r>
            <a:endParaRPr lang="en-US" sz="16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仕事をつくる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2606040" y="5417820"/>
            <a:ext cx="1737360" cy="457200"/>
          </a:xfrm>
          <a:prstGeom prst="roundRect">
            <a:avLst>
              <a:gd name="adj" fmla="val 12000"/>
            </a:avLst>
          </a:prstGeom>
          <a:solidFill>
            <a:srgbClr val="F4F2EE"/>
          </a:solidFill>
          <a:ln w="15875">
            <a:solidFill>
              <a:srgbClr val="A8A195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2606040" y="5417820"/>
            <a:ext cx="17373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ARCS</a:t>
            </a:r>
            <a:endParaRPr lang="en-US" sz="16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人を育てる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754880" y="1783080"/>
            <a:ext cx="24688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0" y="1783080"/>
            <a:ext cx="24688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EC事業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754880" y="3383280"/>
            <a:ext cx="24688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0" y="3383280"/>
            <a:ext cx="24688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ペット事業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754880" y="4389120"/>
            <a:ext cx="246888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C9C9C9"/>
            </a:solidFill>
            <a:prstDash val="dash"/>
          </a:ln>
        </p:spPr>
      </p:sp>
      <p:sp>
        <p:nvSpPr>
          <p:cNvPr id="41" name="Text 39"/>
          <p:cNvSpPr/>
          <p:nvPr/>
        </p:nvSpPr>
        <p:spPr>
          <a:xfrm>
            <a:off x="4754880" y="4389120"/>
            <a:ext cx="246888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サテライトオフィス事業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754880" y="4846320"/>
            <a:ext cx="246888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54880" y="4846320"/>
            <a:ext cx="246888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就労継続支援A型 かみふうせん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4754880" y="5257800"/>
            <a:ext cx="246888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54880" y="5257800"/>
            <a:ext cx="246888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就労継続支援B型 かみひこうき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4754880" y="5669280"/>
            <a:ext cx="246888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C9C9C9"/>
            </a:solidFill>
            <a:prstDash val="dash"/>
          </a:ln>
        </p:spPr>
      </p:sp>
      <p:sp>
        <p:nvSpPr>
          <p:cNvPr id="47" name="Text 45"/>
          <p:cNvSpPr/>
          <p:nvPr/>
        </p:nvSpPr>
        <p:spPr>
          <a:xfrm>
            <a:off x="4754880" y="5669280"/>
            <a:ext cx="246888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相談支援事業所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754880" y="6080760"/>
            <a:ext cx="246888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C9C9C9"/>
            </a:solidFill>
            <a:prstDash val="dash"/>
          </a:ln>
        </p:spPr>
      </p:sp>
      <p:sp>
        <p:nvSpPr>
          <p:cNvPr id="49" name="Text 47"/>
          <p:cNvSpPr/>
          <p:nvPr/>
        </p:nvSpPr>
        <p:spPr>
          <a:xfrm>
            <a:off x="4754880" y="6080760"/>
            <a:ext cx="246888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地域共生雇用センター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7680960" y="1143000"/>
            <a:ext cx="26517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680960" y="1143000"/>
            <a:ext cx="265176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7680960" y="1600200"/>
            <a:ext cx="26517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680960" y="1600200"/>
            <a:ext cx="265176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楽天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7680960" y="2057400"/>
            <a:ext cx="26517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680960" y="2057400"/>
            <a:ext cx="265176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auPAYマーケット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7680960" y="2514600"/>
            <a:ext cx="26517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680960" y="2514600"/>
            <a:ext cx="265176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ペライチ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7680960" y="2971800"/>
            <a:ext cx="26517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680960" y="2971800"/>
            <a:ext cx="265176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 fuu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7680960" y="3429000"/>
            <a:ext cx="26517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680960" y="3429000"/>
            <a:ext cx="265176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卸売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7680960" y="3886200"/>
            <a:ext cx="26517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680960" y="3886200"/>
            <a:ext cx="265176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イベント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457200" y="6446520"/>
            <a:ext cx="274320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77240" y="638251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現行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1554480" y="6446520"/>
            <a:ext cx="274320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C9C9C9"/>
            </a:solidFill>
            <a:prstDash val="dash"/>
          </a:ln>
        </p:spPr>
      </p:sp>
      <p:sp>
        <p:nvSpPr>
          <p:cNvPr id="67" name="Text 65"/>
          <p:cNvSpPr/>
          <p:nvPr/>
        </p:nvSpPr>
        <p:spPr>
          <a:xfrm>
            <a:off x="1874520" y="638251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構想（計画中）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SEED / ARCS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SEED/ARCSグループ 事業組織図</dc:title>
  <dc:subject>PptxGenJS Presentation</dc:subject>
  <dc:creator>五郎 (AI秘書)</dc:creator>
  <cp:lastModifiedBy>五郎 (AI秘書)</cp:lastModifiedBy>
  <cp:revision>1</cp:revision>
  <dcterms:created xsi:type="dcterms:W3CDTF">2026-06-28T04:40:28Z</dcterms:created>
  <dcterms:modified xsi:type="dcterms:W3CDTF">2026-06-28T04:40:28Z</dcterms:modified>
</cp:coreProperties>
</file>